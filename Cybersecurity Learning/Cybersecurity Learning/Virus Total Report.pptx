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21D5C3-9CD8-437E-BB4D-CCA98CEC4A7E}" v="8" dt="2026-02-11T12:59:29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2" y="1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 Zamir" userId="831f8649606b05a6" providerId="LiveId" clId="{958A50CB-6DF9-41D3-A7A3-6A556D5460F6}"/>
    <pc:docChg chg="custSel modSld">
      <pc:chgData name="Haris Zamir" userId="831f8649606b05a6" providerId="LiveId" clId="{958A50CB-6DF9-41D3-A7A3-6A556D5460F6}" dt="2026-02-11T12:59:29.818" v="385"/>
      <pc:docMkLst>
        <pc:docMk/>
      </pc:docMkLst>
      <pc:sldChg chg="addSp delSp modSp mod">
        <pc:chgData name="Haris Zamir" userId="831f8649606b05a6" providerId="LiveId" clId="{958A50CB-6DF9-41D3-A7A3-6A556D5460F6}" dt="2026-02-11T12:33:21.933" v="303" actId="20577"/>
        <pc:sldMkLst>
          <pc:docMk/>
          <pc:sldMk cId="0" sldId="256"/>
        </pc:sldMkLst>
        <pc:spChg chg="add">
          <ac:chgData name="Haris Zamir" userId="831f8649606b05a6" providerId="LiveId" clId="{958A50CB-6DF9-41D3-A7A3-6A556D5460F6}" dt="2026-02-11T12:32:36.832" v="286"/>
          <ac:spMkLst>
            <pc:docMk/>
            <pc:sldMk cId="0" sldId="256"/>
            <ac:spMk id="2" creationId="{550D4161-3AC8-07BC-E796-1B6CC567826A}"/>
          </ac:spMkLst>
        </pc:spChg>
        <pc:spChg chg="add mod">
          <ac:chgData name="Haris Zamir" userId="831f8649606b05a6" providerId="LiveId" clId="{958A50CB-6DF9-41D3-A7A3-6A556D5460F6}" dt="2026-02-11T12:33:21.933" v="303" actId="20577"/>
          <ac:spMkLst>
            <pc:docMk/>
            <pc:sldMk cId="0" sldId="256"/>
            <ac:spMk id="3" creationId="{E0DD3FB5-74FE-A085-2023-33F5D386093F}"/>
          </ac:spMkLst>
        </pc:spChg>
        <pc:spChg chg="del mod">
          <ac:chgData name="Haris Zamir" userId="831f8649606b05a6" providerId="LiveId" clId="{958A50CB-6DF9-41D3-A7A3-6A556D5460F6}" dt="2026-02-11T12:32:42.442" v="288"/>
          <ac:spMkLst>
            <pc:docMk/>
            <pc:sldMk cId="0" sldId="256"/>
            <ac:spMk id="55" creationId="{00000000-0000-0000-0000-000000000000}"/>
          </ac:spMkLst>
        </pc:spChg>
      </pc:sldChg>
      <pc:sldChg chg="modSp mod modNotes">
        <pc:chgData name="Haris Zamir" userId="831f8649606b05a6" providerId="LiveId" clId="{958A50CB-6DF9-41D3-A7A3-6A556D5460F6}" dt="2026-02-11T12:59:29.818" v="385"/>
        <pc:sldMkLst>
          <pc:docMk/>
          <pc:sldMk cId="0" sldId="257"/>
        </pc:sldMkLst>
        <pc:spChg chg="mod">
          <ac:chgData name="Haris Zamir" userId="831f8649606b05a6" providerId="LiveId" clId="{958A50CB-6DF9-41D3-A7A3-6A556D5460F6}" dt="2026-02-11T12:58:50.048" v="341" actId="20577"/>
          <ac:spMkLst>
            <pc:docMk/>
            <pc:sldMk cId="0" sldId="257"/>
            <ac:spMk id="74" creationId="{00000000-0000-0000-0000-000000000000}"/>
          </ac:spMkLst>
        </pc:spChg>
        <pc:spChg chg="mod">
          <ac:chgData name="Haris Zamir" userId="831f8649606b05a6" providerId="LiveId" clId="{958A50CB-6DF9-41D3-A7A3-6A556D5460F6}" dt="2026-02-11T12:58:56.773" v="356" actId="20577"/>
          <ac:spMkLst>
            <pc:docMk/>
            <pc:sldMk cId="0" sldId="257"/>
            <ac:spMk id="76" creationId="{00000000-0000-0000-0000-000000000000}"/>
          </ac:spMkLst>
        </pc:spChg>
        <pc:spChg chg="mod">
          <ac:chgData name="Haris Zamir" userId="831f8649606b05a6" providerId="LiveId" clId="{958A50CB-6DF9-41D3-A7A3-6A556D5460F6}" dt="2026-02-11T12:59:03.078" v="369" actId="20577"/>
          <ac:spMkLst>
            <pc:docMk/>
            <pc:sldMk cId="0" sldId="257"/>
            <ac:spMk id="78" creationId="{00000000-0000-0000-0000-000000000000}"/>
          </ac:spMkLst>
        </pc:spChg>
        <pc:spChg chg="mod">
          <ac:chgData name="Haris Zamir" userId="831f8649606b05a6" providerId="LiveId" clId="{958A50CB-6DF9-41D3-A7A3-6A556D5460F6}" dt="2026-02-11T12:51:39.024" v="324" actId="20577"/>
          <ac:spMkLst>
            <pc:docMk/>
            <pc:sldMk cId="0" sldId="257"/>
            <ac:spMk id="80" creationId="{00000000-0000-0000-0000-000000000000}"/>
          </ac:spMkLst>
        </pc:spChg>
        <pc:spChg chg="mod">
          <ac:chgData name="Haris Zamir" userId="831f8649606b05a6" providerId="LiveId" clId="{958A50CB-6DF9-41D3-A7A3-6A556D5460F6}" dt="2026-02-11T12:59:13" v="384" actId="20577"/>
          <ac:spMkLst>
            <pc:docMk/>
            <pc:sldMk cId="0" sldId="257"/>
            <ac:spMk id="82" creationId="{00000000-0000-0000-0000-000000000000}"/>
          </ac:spMkLst>
        </pc:spChg>
        <pc:spChg chg="mod">
          <ac:chgData name="Haris Zamir" userId="831f8649606b05a6" providerId="LiveId" clId="{958A50CB-6DF9-41D3-A7A3-6A556D5460F6}" dt="2026-02-11T12:59:29.818" v="385"/>
          <ac:spMkLst>
            <pc:docMk/>
            <pc:sldMk cId="0" sldId="257"/>
            <ac:spMk id="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311700" y="419550"/>
            <a:ext cx="7684800" cy="9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790" b="1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been identified as malicious? Explain why or why not.</a:t>
            </a:r>
            <a:endParaRPr sz="1790" b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790" b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1790" b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D3FB5-74FE-A085-2023-33F5D3860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3" y="1058692"/>
            <a:ext cx="89434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Yes, the file has been identified as malicious. After entering its hash into </a:t>
            </a:r>
            <a:r>
              <a:rPr kumimoji="0" lang="en-PK" altLang="en-PK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VirusTotal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br>
              <a:rPr kumimoji="0" lang="en-US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report showed a vendors’ detection ratio of 58/72, meaning 58 security vendors</a:t>
            </a:r>
            <a:br>
              <a:rPr kumimoji="0" lang="en-US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flagged it as malicious. The file is classified as a Trojan known as </a:t>
            </a:r>
            <a:r>
              <a:rPr kumimoji="0" lang="en-PK" altLang="en-PK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Flagpro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confirming</a:t>
            </a:r>
            <a:br>
              <a:rPr kumimoji="0" lang="en-US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as a security threat.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Command &amp; Control</a:t>
            </a:r>
            <a:endParaRPr sz="1100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 capture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 Requests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org.misecure.com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207.148.109.242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/>
              <a:t>287d612e29b71c90aa54947313810a25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On-screen Show (16:9)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Roboto</vt:lpstr>
      <vt:lpstr>Google Sans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Haris Zamir</cp:lastModifiedBy>
  <cp:revision>1</cp:revision>
  <dcterms:modified xsi:type="dcterms:W3CDTF">2026-02-11T12:59:30Z</dcterms:modified>
</cp:coreProperties>
</file>